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F0502020204030204" pitchFamily="2" charset="0"/>
      <p:regular r:id="rId13"/>
    </p:embeddedFont>
    <p:embeddedFont>
      <p:font typeface="Roboto Medium" panose="020F0502020204030204" pitchFamily="2" charset="0"/>
      <p:regular r:id="rId1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429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Proyecto Redex: Implantación de Sistemas Operativos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079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Presentamos el proyecto de implantación de sistemas operativos para la empresa de ciberseguridad Redex, combinando Windows 10 Pro y Kali Linux. Este trabajo abarca desde el análisis comparativo, instalación, configuración, seguridad, automatización, gestión de usuarios y documentación técnica, hasta la propuesta final de arquitectura.</a:t>
            </a:r>
            <a:endParaRPr lang="en-US" sz="17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2538D02-3FB5-CE1B-1A16-934B165C6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9477" y="7626927"/>
            <a:ext cx="2110923" cy="488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102136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Comparativo: Windows vs Linux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Historia y desarrollo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Windows, desarrollado por Microsoft desde 1985, es un sistema propietario con versiones populares como Windows 10 y 11. Linux, creado en 1991 por Linus Torvalds, es un sistema abierto con múltiples distribuciones adaptadas a diversas necesidades.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Interfaz y rendimiento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3395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ofrece una interfaz gráfica estándar y fácil para usuarios no técnicos. Linux permite gran personalización y es eficiente en hardware antiguo, ideal para servidores y sistemas embebidos.</a:t>
            </a:r>
            <a:endParaRPr lang="en-US" sz="17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62C7E50-6E59-6A21-6E3B-A0E5C6863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9477" y="7626927"/>
            <a:ext cx="2110923" cy="4884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4634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Comparativa Técnica y Seguridad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es más seguro por diseño, con permisos restrictivos y rápida corrección de vulnerabilidades. Windows, siendo el más usado, es objetivo frecuente de malware, requiriendo antivirus y configuraciones adicionales.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30455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Compatibilidad y costes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destaca en software comercial y juegos, pero requiere licencia. Linux es gratuito y de código abierto, con alternativas libres y soporte comunitario.</a:t>
            </a:r>
            <a:endParaRPr lang="en-US" sz="17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0EC6E20-C62D-EE08-5048-373736ABD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9477" y="7626927"/>
            <a:ext cx="2110923" cy="488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298" y="545187"/>
            <a:ext cx="7382470" cy="59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Escenarios de Uso Recomendados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68298" y="1428155"/>
            <a:ext cx="7807404" cy="1420892"/>
          </a:xfrm>
          <a:prstGeom prst="roundRect">
            <a:avLst>
              <a:gd name="adj" fmla="val 564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866775" y="1626632"/>
            <a:ext cx="2812971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Administración y Finanzas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66775" y="2039541"/>
            <a:ext cx="741045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es ideal por su compatibilidad con Microsoft Office y herramientas empresariales, facilitando tareas para usuarios no técnicos.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68298" y="3039904"/>
            <a:ext cx="7807404" cy="1420892"/>
          </a:xfrm>
          <a:prstGeom prst="roundRect">
            <a:avLst>
              <a:gd name="adj" fmla="val 564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66775" y="3238381"/>
            <a:ext cx="2386727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Desarrollo y TI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775" y="3651290"/>
            <a:ext cx="741045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ofrece flexibilidad, control y eficiencia para entornos de desarrollo, servidores y pruebas de penetración.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8298" y="4651653"/>
            <a:ext cx="7807404" cy="1420892"/>
          </a:xfrm>
          <a:prstGeom prst="roundRect">
            <a:avLst>
              <a:gd name="adj" fmla="val 564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6775" y="4850130"/>
            <a:ext cx="2386727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Soporte Técnico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66775" y="5263039"/>
            <a:ext cx="741045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Combinación de Windows para estaciones de trabajo y Linux para servidores, optimizando la gestión y comunicación.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8298" y="6263402"/>
            <a:ext cx="7807404" cy="1420892"/>
          </a:xfrm>
          <a:prstGeom prst="roundRect">
            <a:avLst>
              <a:gd name="adj" fmla="val 564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6775" y="6461879"/>
            <a:ext cx="2386727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Marketing y Diseño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66775" y="6874788"/>
            <a:ext cx="741045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soporta software de diseño como Adobe Creative Suite y herramientas colaborativas.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98000"/>
            <a:ext cx="92543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Propuesta de Infraestructura Híbrida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469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1530906" y="512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Servidores Linux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61522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servicios críticos como web, bases de datos y copias de seguridad, por su estabilidad y seguridad.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0469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973008" y="512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Estaciones Windows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008" y="5615226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usuarios no técnicos en administración y marketing, con integración Active Directory.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0469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415111" y="512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Integración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561522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en Windows y Samba o LDAP en Linux para gestión centralizada y compatibilidad.</a:t>
            </a:r>
            <a:endParaRPr lang="en-US" sz="17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8A28EF3-EE40-EDE1-B2B5-3EA6FCB5E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9477" y="7626927"/>
            <a:ext cx="2110923" cy="4884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581144"/>
            <a:ext cx="6514862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Seguridad y Ciberseguridad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463903" y="1558528"/>
            <a:ext cx="22860" cy="6091476"/>
          </a:xfrm>
          <a:prstGeom prst="roundRect">
            <a:avLst>
              <a:gd name="adj" fmla="val 388338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6678811" y="1784866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6226135" y="1558528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305431" y="1598176"/>
            <a:ext cx="31694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520702" y="1631156"/>
            <a:ext cx="3047762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Políticas de Actualización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520702" y="2088118"/>
            <a:ext cx="636996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en Linux con apt y unattended-upgrades; en Windows con Windows Update y GPO.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678811" y="3413403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226135" y="3187065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305431" y="3226713"/>
            <a:ext cx="31694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520702" y="3259693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Firewall y Permisos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520702" y="3716655"/>
            <a:ext cx="636996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Configuración de ufw y iptables en Linux; Firewall de Windows y ACLs para control de acceso.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678811" y="5041940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226135" y="4815602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6305431" y="4855250"/>
            <a:ext cx="31694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520702" y="4888230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Antivirus y Logs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520702" y="5345192"/>
            <a:ext cx="636996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ClamAV y Microsoft Defender para protección; auditoría con auditd y Visor de Eventos.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678811" y="6670477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226135" y="6444139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305431" y="6483787"/>
            <a:ext cx="31694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7520702" y="6516767"/>
            <a:ext cx="2821305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 Team vs Blue Team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7520702" y="6973729"/>
            <a:ext cx="636996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Simulación de ataques y defensa para detectar vulnerabilidades y fortalecer sistemas.</a:t>
            </a:r>
            <a:endParaRPr lang="en-US" sz="165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D6145BD-E5CA-356F-E1F4-4ADF8C240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9477" y="7626927"/>
            <a:ext cx="2110923" cy="4884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11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Automatización y Scripts de Mantenimiento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8888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Herramientas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206115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Ansible y Puppet para despliegue y configuración automática en Windows y Linux.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158734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385548"/>
            <a:ext cx="33037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Scripts PowerShell y Bash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87596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de actualizaciones, limpieza de logs y copias de seguridad periódicas.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828586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Beneficios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545818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 errores humanos, ahorro de tiempo y mejora en la seguridad.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88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Gestión de Usuarios y Permisos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6545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1028224" y="3070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Gestión Centralizada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61398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en Windows y LDAP en Linux para unificar autenticación y perfiles.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36545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919901" y="3070979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Permisos Basados en Roles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915728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grupos y ACLs para restringir accesos según tareas y garantizar seguridad.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5683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28224" y="5700117"/>
            <a:ext cx="28376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Políticas de Seguridad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0536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Contraseñas robustas, rotación periódica y uso de herramientas nativas para optimizar costes.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06523"/>
            <a:ext cx="60969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Documentación Técnica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7017306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Estructura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detallado con arquitectura, configuración, mantenimiento y resolución de problemas.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937319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Herramientas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Confluence o GitBook para documentación centralizada y actualizable.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0173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Mantenimiento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79727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Revisión trimestral y protección con permisos para asegurar continuidad y seguridad.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1417"/>
            <a:ext cx="79559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Conclusiones y Propuesta Final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71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Decisiones Técnicas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683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10 Pro para departamentos empresariales.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105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 Linux para área técnica y auditorías.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527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VirtualBox para entornos virtualizados seguros.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949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y ACLs para gestión de usuarios.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0871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Resultados y Ventajas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6683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Estabilidad, seguridad y escalabilidad comprobadas.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1105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de costes con enfoque híbrido.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5527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que reduce errores y carga técnica.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9949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Documentación técnica clara y accesible.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6922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enfoque híbrido satisface las necesidades de Redex, ofreciendo una base sólida para crecimiento futuro, seguridad y eficiencia operativa.</a:t>
            </a:r>
            <a:endParaRPr lang="en-US" sz="17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50BEC33-CBA7-7448-80EF-5295C962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9477" y="7626927"/>
            <a:ext cx="2110923" cy="4884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687</Words>
  <Application>Microsoft Office PowerPoint</Application>
  <PresentationFormat>Personalizado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Roboto Medium</vt:lpstr>
      <vt:lpstr>Roboto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JESÚS IGNACIO ALONSO SASTRE</cp:lastModifiedBy>
  <cp:revision>2</cp:revision>
  <dcterms:created xsi:type="dcterms:W3CDTF">2025-06-04T07:20:08Z</dcterms:created>
  <dcterms:modified xsi:type="dcterms:W3CDTF">2025-06-04T11:25:19Z</dcterms:modified>
</cp:coreProperties>
</file>